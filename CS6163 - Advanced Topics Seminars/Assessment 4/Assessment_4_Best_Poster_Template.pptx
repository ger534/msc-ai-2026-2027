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9696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96960" cy="3026664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96960" cy="1097280"/>
          </a:xfrm>
          <a:prstGeom prst="rect">
            <a:avLst/>
          </a:prstGeom>
          <a:solidFill>
            <a:srgbClr val="214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"/>
            <a:ext cx="1920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Assessment 4 – Research Poster</a:t>
            </a:r>
          </a:p>
          <a:p>
            <a:pPr algn="ctr">
              <a:defRPr sz="1800">
                <a:solidFill>
                  <a:srgbClr val="E6E6E6"/>
                </a:solidFill>
              </a:defRPr>
            </a:pPr>
            <a:r>
              <a:t>Student Name | Student Number |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9601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t>1. Research Focus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• Final research question(s)</a:t>
            </a:r>
            <a:br/>
            <a:r>
              <a:t>• Refined research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1645920"/>
            <a:ext cx="9601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t>2. Literature Review Structure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• Key themes or sections</a:t>
            </a:r>
            <a:br/>
            <a:r>
              <a:t>• Core sources underpinning each theme</a:t>
            </a:r>
            <a:br/>
            <a:r>
              <a:t>• Identified research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315200"/>
            <a:ext cx="9601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t>3. Research Design Overview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• Methodology and research design</a:t>
            </a:r>
            <a:br/>
            <a:r>
              <a:t>• Data collection and analysis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7315200"/>
            <a:ext cx="96012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t>4. Project To-Do List and Timeline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• Remaining tasks</a:t>
            </a:r>
            <a:br/>
            <a:r>
              <a:t>• Indicative timeline to completion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984480"/>
            <a:ext cx="19659600" cy="640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1488C"/>
                </a:solidFill>
              </a:defRPr>
            </a:pPr>
            <a:r>
              <a:t>5. Iteration and Learning</a:t>
            </a:r>
          </a:p>
          <a:p>
            <a:pPr>
              <a:defRPr sz="1800">
                <a:solidFill>
                  <a:srgbClr val="3C3C3C"/>
                </a:solidFill>
              </a:defRPr>
            </a:pPr>
            <a:r>
              <a:t>• Key changes made during the module</a:t>
            </a:r>
            <a:br/>
            <a:r>
              <a:t>• Why these changes were made</a:t>
            </a:r>
            <a:br/>
            <a:r>
              <a:t>• What was learned from the iteration process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